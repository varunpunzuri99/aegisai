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ircu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9496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40880" y="0"/>
            <a:ext cx="32004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rand-m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02920"/>
            <a:ext cx="1371600" cy="771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6035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AegisAI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DD4BF"/>
                </a:solidFill>
                <a:latin typeface="Calibri"/>
              </a:rPr>
              <a:t>Agentic Prompt Injection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566160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A runtime security layer between untrusted content
and agent tool actions.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663440"/>
            <a:ext cx="1280160" cy="6400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3776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ET AI Hackathon 2026 — Agentic Edition
Problem 2  ·  Pitch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63093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Imagery: Unsplash  ·  Brand mark: generated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0" y="1280160"/>
            <a:ext cx="4114800" cy="42062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417320"/>
            <a:ext cx="3840480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Agents read more than chat.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Calibri"/>
              </a:rPr>
              <a:t>AI agents ingest documents, websites, emails, and tool outputs.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1F5F9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1F5F9"/>
                </a:solidFill>
                <a:latin typeface="Calibri"/>
              </a:rPr>
              <a:t>Hidden instructions can try to:</a:t>
            </a:r>
          </a:p>
          <a:p>
            <a:pPr algn="l">
              <a:spcAft>
                <a:spcPts val="600"/>
              </a:spcAft>
            </a:pPr>
            <a:r>
              <a:rPr sz="600" b="0">
                <a:solidFill>
                  <a:srgbClr val="F1F5F9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→  Override system intent (prompt injection)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→  Hijack tool calls (email, delete, shell)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→  Steal secrets or credentials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1F5F9"/>
                </a:solidFill>
                <a:latin typeface="Calibri"/>
              </a:rPr>
              <a:t>→  Poison MCP tool definitions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F1F5F9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  <a:latin typeface="Calibri"/>
              </a:rPr>
              <a:t>Detection alone is not enough — a compromised plan
must still be stopped before execution.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AegisAI sits between untrusted content and agent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Calibri"/>
              </a:rPr>
              <a:t>Runtime security layer — the frontend never decides ALLOW /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103120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Rules + Prompt Guard
+ Semantic Safeguard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011680"/>
            <a:ext cx="2103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UNDERSTAND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3832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Evidence fusion
&amp; risk scoring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011680"/>
            <a:ext cx="2103120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3832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ALLOW · REVIEW
· BLOCK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2011680"/>
            <a:ext cx="210312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PROTECT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33832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Authz + Tool Firewall
+ MCP gateway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201168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2011680"/>
            <a:ext cx="2103120" cy="9144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D4B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788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33832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Hashed events
no raw prompts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Defense in depth — detect, then stop the tool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Detection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1. Untrusted input → normalization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2. Deterministic rules (9 taxonomy detectors)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3. Groq Prompt Guard + Semantic Safeguard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4. Fusion → Risk (0–100) → Policy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5. ALLOW  |  REVIEW  |  BLOCK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1F5F9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Provider failure → UNAVAILABLE / UNCERTAIN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Never silent BENIGN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DD4BF"/>
                </a:solidFill>
                <a:latin typeface="Calibri"/>
              </a:rPr>
              <a:t>Protect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1. Agent security workflow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2. Authn → Authz / tenant isolation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3. Tool Firewall (allowlist, params)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4. Approval binding + replay protection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5. Mock MCP gateway (fingerprint / shadow)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1F5F9"/>
                </a:solidFill>
                <a:latin typeface="Calibri"/>
              </a:rPr>
              <a:t>6. Audit → Dashboard (hash only)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F1F5F9"/>
                </a:solidFill>
                <a:latin typeface="Calibri"/>
              </a:rPr>
              <a:t> 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Key idea: detection is only layer one.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Unauthorized tool actions still stop.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Six scenarios that prove the boundary.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109728" cy="201168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  Benign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ALLOW / REVIEW — safe 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109728" cy="20116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  Direct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BLOCK / REVIEW — tools not executed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2588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325880"/>
            <a:ext cx="109728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  Indirect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8600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Untrusted document content contained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109728" cy="20116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  Intent hijack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Tool Firewall DENY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657600"/>
            <a:ext cx="109728" cy="2011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  High-risk 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REQUIRES_APPROVAL (bound)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65760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0" y="3657600"/>
            <a:ext cx="109728" cy="20116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023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6  MCP tamper / shadow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6177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Integrity DENY — mock MCP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Evaluation-dataset measurements — not production accuracy.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0.9706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Live detection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 0.9925 · R 0.9496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45/45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Security invariants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INV-01 … INV-45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32588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5544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11/11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240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Authorization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Phase 16 matrix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15/15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MCP 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Mock gateway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0520" y="370332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371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Backend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pytest suite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703320"/>
            <a:ext cx="3474720" cy="19659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39319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DD4BF"/>
                </a:solidFill>
                <a:latin typeface="Calibri"/>
              </a:rPr>
              <a:t>Hash-only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617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No raw prompts /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89520" y="1371600"/>
            <a:ext cx="4114800" cy="41148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508760"/>
            <a:ext cx="384048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Detecting injection text
is necessary — not 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Fail-closed on auth, unknown tools, tenant mismatch, replay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Uncertainty → REVIEW, never silent BENIGN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Policy BLOCK cannot be overridden by approval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Tool Firewall is the final execution boundary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MCP / tool outputs remain untrusted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1F5F9"/>
                </a:solidFill>
                <a:latin typeface="Calibri"/>
              </a:rPr>
              <a:t>●  Conservative REVIEW volume is intentional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AegisAI  ·  ET AI Hackathon 2026 — Agentic Edition  ·  Problem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bstr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Protect the tool boundary —
even when the model is confused.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017520"/>
            <a:ext cx="8869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AegisAI is a hackathon prototype, not a production security product.
Mock MCP and mock tools keep the demo safe while proving the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11480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224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DD4BF"/>
                </a:solidFill>
                <a:latin typeface="Calibri"/>
              </a:rPr>
              <a:t>github.com/VarunPunzuri99/AegisAI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DD4BF"/>
                </a:solidFill>
                <a:latin typeface="Calibri"/>
              </a:rPr>
              <a:t>Detect → Understand → Decide → Protect →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ET AI Hackathon 2026 — Agentic Edition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